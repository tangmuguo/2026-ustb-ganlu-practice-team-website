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0E6DA-C91E-4F12-9A9A-C52B15D12B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410633-46E4-44E8-BF73-B2FC7CA55A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Ganlu material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